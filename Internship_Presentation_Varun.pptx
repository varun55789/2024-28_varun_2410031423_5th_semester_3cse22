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image" Target="../media/image-13-1.png"/><Relationship Id="rId8" Type="http://schemas.openxmlformats.org/officeDocument/2006/relationships/image" Target="../media/image-13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1C2D7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3108960" cy="3108960"/>
          </a:xfrm>
          <a:prstGeom prst="ellipse">
            <a:avLst/>
          </a:prstGeom>
          <a:solidFill>
            <a:srgbClr val="1C2D72">
              <a:alpha val="90000"/>
            </a:srgbClr>
          </a:solidFill>
          <a:ln/>
        </p:spPr>
      </p:sp>
      <p:pic>
        <p:nvPicPr>
          <p:cNvPr id="4" name="Image 0" descr="/home/claude/wor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5568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Technology, Digital Asset Management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Retrieval-Augmented Generation (RAG)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Enablement at Nine Triangles Digital Pvt. Ltd.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31750">
            <a:solidFill>
              <a:srgbClr val="E5A2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2410031423  |  B.Tech CSE, Batch 2024–2028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10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 – 15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21C4D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72768" y="868680"/>
            <a:ext cx="914400" cy="91440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award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99669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057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VARUN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74980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526280" y="1600200"/>
            <a:ext cx="512064" cy="512064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3" name="Image 1" descr="/home/claude/work/assets/icons/mapp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969" y="1671889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15819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181965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2410031423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526280" y="2441448"/>
            <a:ext cx="512064" cy="512064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7" name="Image 2" descr="/home/claude/work/assets/icons/bui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969" y="2513137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423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66090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4526280" y="3282696"/>
            <a:ext cx="512064" cy="512064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21" name="Image 3" descr="/home/claude/work/assets/icons/award2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969" y="335438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12080" y="32644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5212080" y="35021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2024–2028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4526280" y="4123944"/>
            <a:ext cx="512064" cy="512064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25" name="Image 4" descr="/home/claude/work/assets/icons/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969" y="4195633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12080" y="410565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212080" y="4343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Technology, DAM &amp; RAG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4526280" y="4965192"/>
            <a:ext cx="512064" cy="512064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29" name="Image 5" descr="/home/claude/work/assets/icons/calendar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969" y="5036881"/>
            <a:ext cx="368686" cy="36868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12080" y="49469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184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 – 15 July 2026  (7 Weeks)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Triangles Digital Pvt. Ltd.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Triangles Digital Pvt. Ltd. is a boutique digital strategy consulting and integrated-implementation company headquartered in Noida, Uttar Pradesh, founded in 2017 by Krishna Mohan Jha. Within its Technology practice, the organization applies data-driven and machine-learning-aided approaches to help client brands gain an innovative edge.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3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3246120"/>
            <a:ext cx="731520" cy="73152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7" name="Image 0" descr="/home/claude/work/assets/icons/calend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513" y="3348533"/>
            <a:ext cx="526694" cy="5266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6634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digital strategy consulting and integrated-implementation company.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28803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3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9572" y="3246120"/>
            <a:ext cx="731520" cy="73152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2" name="Image 1" descr="/home/claude/work/assets/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985" y="334853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7992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Practice Areas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6634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Technology, Media, and Data Analytics.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28803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34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96044" y="3246120"/>
            <a:ext cx="731520" cy="73152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7" name="Image 2" descr="/home/claude/work/assets/icons/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457" y="334853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84464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Practice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21624" y="46634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data-driven, machine-learning-aided approaches for client brands.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objectives, aligned with certificate-supported activities.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93392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7" name="Image 0" descr="/home/claude/work/assets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574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05456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Digital Asset Management practices organize and govern digital content.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4325112" y="181051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93392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2" name="Image 1" descr="/home/claude/work/assets/icons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0574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02352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RAG Principles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505456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retrieval and generation stages combine to produce grounded AI responses.</a:t>
            </a:r>
            <a:endParaRPr lang="en-US" sz="1040" dirty="0"/>
          </a:p>
        </p:txBody>
      </p:sp>
      <p:sp>
        <p:nvSpPr>
          <p:cNvPr id="15" name="Shape 11"/>
          <p:cNvSpPr/>
          <p:nvPr/>
        </p:nvSpPr>
        <p:spPr>
          <a:xfrm>
            <a:off x="8101584" y="181051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1993392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17" name="Image 2" descr="/home/claude/work/assets/icons/ta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574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78824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Data &amp; Assets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2505456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making digital assets more discoverable and reusable.</a:t>
            </a:r>
            <a:endParaRPr lang="en-US" sz="1040" dirty="0"/>
          </a:p>
        </p:txBody>
      </p:sp>
      <p:sp>
        <p:nvSpPr>
          <p:cNvPr id="20" name="Shape 15"/>
          <p:cNvSpPr/>
          <p:nvPr/>
        </p:nvSpPr>
        <p:spPr>
          <a:xfrm>
            <a:off x="548640" y="349300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3675888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22" name="Image 3" descr="/home/claude/work/assets/icons/messa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7398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Prompt Engineering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4187952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improving reliability of AI-generated output.</a:t>
            </a:r>
            <a:endParaRPr lang="en-US" sz="1040" dirty="0"/>
          </a:p>
        </p:txBody>
      </p:sp>
      <p:sp>
        <p:nvSpPr>
          <p:cNvPr id="25" name="Shape 19"/>
          <p:cNvSpPr/>
          <p:nvPr/>
        </p:nvSpPr>
        <p:spPr>
          <a:xfrm>
            <a:off x="4325112" y="349300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3675888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27" name="Image 4" descr="/home/claude/work/assets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73989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02352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AI Workflows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4187952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testing and identifying gaps in expected vs. actual behaviour.</a:t>
            </a:r>
            <a:endParaRPr lang="en-US" sz="1040" dirty="0"/>
          </a:p>
        </p:txBody>
      </p:sp>
      <p:sp>
        <p:nvSpPr>
          <p:cNvPr id="30" name="Shape 23"/>
          <p:cNvSpPr/>
          <p:nvPr/>
        </p:nvSpPr>
        <p:spPr>
          <a:xfrm>
            <a:off x="8101584" y="3493008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3675888"/>
            <a:ext cx="457200" cy="457200"/>
          </a:xfrm>
          <a:prstGeom prst="ellipse">
            <a:avLst/>
          </a:prstGeom>
          <a:solidFill>
            <a:srgbClr val="D6E0F5"/>
          </a:solidFill>
          <a:ln/>
        </p:spPr>
      </p:sp>
      <p:pic>
        <p:nvPicPr>
          <p:cNvPr id="32" name="Image 5" descr="/home/claude/work/assets/icons/databas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73989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78824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Knowledge Bases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4187952"/>
            <a:ext cx="3118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4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organizational information current and well-structured.</a:t>
            </a:r>
            <a:endParaRPr lang="en-US" sz="104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Knowledge for Reliable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Organizations generate digital assets faster than manual, folder-based systems can organize them — and AI systems built on top of disorganized information inherit the same problem, producing incomplete or ungrounded answers.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area addressed during the internship was two-fold: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22192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98678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C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6634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Knowledge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05663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digital assets and organizational knowledge can be structured and maintained so they form a reliable knowledge base.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3822192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398678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C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6634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AI Tools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505663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that knowledge base connects to AI/LLM-based tools — through retrieval, prompt engineering, and systematic evaluation — so AI features stay accurate and useful.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21C4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1051560" cy="105156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" y="74157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DOMAIN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Asset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(DAM)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436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is the practice of organizing, tagging, storing, and retrieving an organization's digital content so it can be found and reused efficiently.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2066544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92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Organization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2037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creative assets, and structured records grouped into a coherent, searchable structure.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60520" y="2843784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3127248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9535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&amp; Metadata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644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metadata, categories, and naming conventions applied to raw digital assets.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3904488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4187952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4014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AI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3251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Well-organized assets become the raw material that reliable, context-aware AI systems depend 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21C4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1051560" cy="105156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" y="74157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DOMAIN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(RAG)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436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pairs a Large Language Model with a retrieval mechanism over an organization's own knowledge base, so responses are grounded in accurate, current information.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2066544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92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2037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an indexed knowledge base for the most relevant context to a given query.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60520" y="2843784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3127248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9535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Prompting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644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retrieved context with the user's query before passing it to the LLM.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3904488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4187952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4014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3251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generates responses grounded in retrieved facts, not training data alone.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21C4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1051560" cy="105156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" y="74157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DOMAIN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436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practice of designing and refining input prompts to improve the accuracy and relevance of LLM output.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2066544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92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Drafting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2037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drafted and tested against representative queries.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60520" y="2843784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3127248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9535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Refine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644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based on the relevance and accuracy of resulting output — an iterate-observe-refine cycle.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3904488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4187952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4014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During Internship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3251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this cycle was one of the most iterative parts of the internship methodology.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21C4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1051560" cy="105156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" y="74157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DOMAIN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436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structured, current repository of organizational information that AI systems and employees can draw upon.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2066544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92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Structuring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2037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content grouped, terminology standardized, duplication removed.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60520" y="2843784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3127248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9535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Content Current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644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challenge is keeping the knowledge base current as underlying assets change.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3904488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4187952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4014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Retrieval Quality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3251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well-organized knowledge base directly improves the quality of what RAG retrieves.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C2D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21C4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94360"/>
            <a:ext cx="1051560" cy="105156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5" name="Image 0" descr="/home/claude/work/asset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" y="74157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DOMAIN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 Testing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Evaluation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436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checking of AI-powered features against expected behaviour, relevance, and usability criteria.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2066544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892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Exercising Workflows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2037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 exercised with varied inputs to surface edge cases and inconsistencies.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60520" y="2843784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3127248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9535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Output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644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 assessed against usability and performance considerations.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3904488"/>
            <a:ext cx="7406640" cy="932688"/>
          </a:xfrm>
          <a:prstGeom prst="roundRect">
            <a:avLst>
              <a:gd name="adj" fmla="val 6863"/>
            </a:avLst>
          </a:prstGeom>
          <a:solidFill>
            <a:srgbClr val="EE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4187952"/>
            <a:ext cx="365760" cy="365760"/>
          </a:xfrm>
          <a:prstGeom prst="ellipse">
            <a:avLst/>
          </a:prstGeom>
          <a:solidFill>
            <a:srgbClr val="E5A23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4014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3251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feed back into indexing and knowledge-base layers for continuous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/ DAM–RAG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Technology-agnostic workflow — not a claim of Nine Triangles' proprietary production architecture.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856232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7" name="Image 0" descr="/home/claude/work/assets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1907438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78308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783080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media, and structured records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109960" y="22768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363724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12" name="Shape 9"/>
          <p:cNvSpPr/>
          <p:nvPr/>
        </p:nvSpPr>
        <p:spPr>
          <a:xfrm>
            <a:off x="676656" y="2436876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13" name="Image 1" descr="/home/claude/work/assets/icons/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" y="248808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36372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Organization &amp; Knowledge Base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363724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Classifying, tagging, and structuring content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1109960" y="28575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48640" y="2944368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18" name="Shape 14"/>
          <p:cNvSpPr/>
          <p:nvPr/>
        </p:nvSpPr>
        <p:spPr>
          <a:xfrm>
            <a:off x="676656" y="3017520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19" name="Image 2" descr="/home/claude/work/assets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30687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294436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Indexing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983480" y="2944368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content into embeddings / structured indices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1109960" y="343814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3525012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24" name="Shape 19"/>
          <p:cNvSpPr/>
          <p:nvPr/>
        </p:nvSpPr>
        <p:spPr>
          <a:xfrm>
            <a:off x="676656" y="3598164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25" name="Image 3" descr="/home/claude/work/assets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364937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8720" y="35250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983480" y="3525012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against the indexed knowledge base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11109960" y="40187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48640" y="4105656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30" name="Shape 24"/>
          <p:cNvSpPr/>
          <p:nvPr/>
        </p:nvSpPr>
        <p:spPr>
          <a:xfrm>
            <a:off x="676656" y="4178808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31" name="Image 4" descr="/home/claude/work/assets/icons/mess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4230014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88720" y="41056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983480" y="4105656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retrieved context with the user query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11109960" y="45994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48640" y="468630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36" name="Shape 29"/>
          <p:cNvSpPr/>
          <p:nvPr/>
        </p:nvSpPr>
        <p:spPr>
          <a:xfrm>
            <a:off x="676656" y="4759452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37" name="Image 5" descr="/home/claude/work/assets/icons/cpu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" y="4810658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188720" y="46863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4983480" y="4686300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 response grounded in retrieved context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11109960" y="518007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48640" y="5266944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1B2A63"/>
          </a:solidFill>
          <a:ln/>
        </p:spPr>
      </p:sp>
      <p:sp>
        <p:nvSpPr>
          <p:cNvPr id="42" name="Shape 34"/>
          <p:cNvSpPr/>
          <p:nvPr/>
        </p:nvSpPr>
        <p:spPr>
          <a:xfrm>
            <a:off x="676656" y="5340096"/>
            <a:ext cx="365760" cy="365760"/>
          </a:xfrm>
          <a:prstGeom prst="ellipse">
            <a:avLst/>
          </a:prstGeom>
          <a:solidFill>
            <a:srgbClr val="121C4D"/>
          </a:solidFill>
          <a:ln/>
        </p:spPr>
      </p:sp>
      <p:pic>
        <p:nvPicPr>
          <p:cNvPr id="43" name="Image 6" descr="/home/claude/work/assets/icons/check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" y="5391302"/>
            <a:ext cx="263347" cy="263347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188720" y="526694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Validation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4983480" y="5266944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relevance, accuracy, and usefulness</a:t>
            </a:r>
            <a:endParaRPr lang="en-US" sz="115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Seven-Week Learning Journey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progressively deepening approach across the internship period.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968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Domain Study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35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to DAM fundamentals and the role of RAG.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25112" y="181051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1993392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5968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Audit &amp; Tagging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3035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content reviewed for completeness and metadata consistency.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101584" y="181051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84464" y="1993392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84464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78824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25968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Organization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3035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content, standardizing terminology, removing duplication.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950208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5537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Concept Application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926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retrieval and generation interact in practice.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325112" y="376732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07992" y="3950208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07992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102352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45537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AI Testing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07992" y="49926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drafting, testing, and refining of prompts.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101584" y="376732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84464" y="3950208"/>
            <a:ext cx="457200" cy="457200"/>
          </a:xfrm>
          <a:prstGeom prst="ellipse">
            <a:avLst/>
          </a:prstGeom>
          <a:solidFill>
            <a:srgbClr val="1C2D7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84464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878824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45537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Reporting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49926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AI features and consolidating findings into this report.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5" name="Image 0" descr="/home/claude/work/asset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967" y="1656527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52704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DAM practices and their role in supporting downstream AI systems.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8" name="Image 1" descr="/home/claude/wor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" y="2662367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53288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understanding of RAG, including the relationship between retrieval and generation quality.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61188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11" name="Image 2" descr="/home/claude/work/assets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7" y="3668207"/>
            <a:ext cx="289682" cy="28968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3872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data-organization skills — tagging, structuring, and de-duplicating digital content.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461772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14" name="Image 3" descr="/home/claude/work/assets/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67" y="4674047"/>
            <a:ext cx="289682" cy="28968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15568" y="454456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prompt engineering — iterative refinement of prompts against observed output quality.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2200" y="160020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17" name="Image 4" descr="/home/claude/work/assets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527" y="1656527"/>
            <a:ext cx="289682" cy="28968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39128" y="152704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testing exposure and familiarity with common failure modes.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172200" y="260604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20" name="Image 5" descr="/home/claude/work/assets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527" y="2662367"/>
            <a:ext cx="289682" cy="28968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39128" y="253288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management practices that keep information usable over time.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6172200" y="361188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23" name="Image 6" descr="/home/claude/work/assets/icons/check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527" y="3668207"/>
            <a:ext cx="289682" cy="28968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739128" y="353872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evaluation experience — assessing AI features and documenting results professionally.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6172200" y="4617720"/>
            <a:ext cx="402336" cy="402336"/>
          </a:xfrm>
          <a:prstGeom prst="ellipse">
            <a:avLst/>
          </a:prstGeom>
          <a:solidFill>
            <a:srgbClr val="1C2D72"/>
          </a:solidFill>
          <a:ln/>
        </p:spPr>
      </p:sp>
      <p:pic>
        <p:nvPicPr>
          <p:cNvPr id="26" name="Image 7" descr="/home/claude/work/assets/icons/checkcircl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8527" y="4674047"/>
            <a:ext cx="289682" cy="28968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739128" y="4544568"/>
            <a:ext cx="4873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growth in analytical thinking, collaboration, and technical communication.</a:t>
            </a:r>
            <a:endParaRPr lang="en-US" sz="1150" dirty="0"/>
          </a:p>
        </p:txBody>
      </p:sp>
      <p:sp>
        <p:nvSpPr>
          <p:cNvPr id="28" name="Text 18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29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CERTIFICATE-SUPPORTED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 &amp; Objective Mapping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below is directly attested by the internship completion certificate.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02336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Certificate-Supported Activity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It Involved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AI Research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Supporting AI technology initiatives and exploratory research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Data Organization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Structuring and tagging digital assets for discoverability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Prompt Engineering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Iterative refinement of prompts for AI-generated output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Testing AI Workflows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Exercising workflows to surface gaps and inconsistencies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Knowledge Base Management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Keeping organizational information current and structured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</a:rPr>
                        <a:t>Evaluating AI-Powered Features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B"/>
                          </a:solidFill>
                        </a:rPr>
                        <a:t>Assessing performance and usability of technology platforms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1C2D72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6" name="Image 0" descr="/home/claude/work/assets/icons/award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26764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2587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28254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10" name="Image 1" descr="/home/claude/work/assets/icons/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3517697"/>
            <a:ext cx="362102" cy="3621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207008" y="36667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 Team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14" name="Image 2" descr="/home/claude/work/assets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4358945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07008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1207008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 – 15 July 2026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5129784"/>
            <a:ext cx="502920" cy="502920"/>
          </a:xfrm>
          <a:prstGeom prst="ellipse">
            <a:avLst/>
          </a:prstGeom>
          <a:solidFill>
            <a:srgbClr val="24357D"/>
          </a:solidFill>
          <a:ln/>
        </p:spPr>
      </p:sp>
      <p:pic>
        <p:nvPicPr>
          <p:cNvPr id="18" name="Image 3" descr="/home/claude/work/assets/icons/buil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9" y="5200193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07008" y="51114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207008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Triangles Digital Pvt. Ltd.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766560" y="685800"/>
            <a:ext cx="4434840" cy="550554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4" descr="/home/claude/work/assets/certificate_fi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822960"/>
            <a:ext cx="4160520" cy="52120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References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19072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a working, applied understanding of how AI Technology teams organize digital assets, apply Retrieval-Augmented Generation, and evaluate AI-powered features — bridging classroom learning with real professional practice.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REFERENCES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P. et al. (2020). Retrieval-Augmented Generation for Knowledge-Intensive NLP Tasks. NeurIPS 33.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 — Digital Asset Management: Overview and Best Practices. aiim.org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What is Retrieval-Augmented Generation (RAG)? IBM Think Topics.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Cloud. Prompt Engineering Overview.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Triangles Digital Pvt. Ltd. — Offer Letter &amp; Internship Completion Certificate (2026).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— Internship Report Format Guidelines, AY 2026–27.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Tech, DAM &amp; RAG Internship  •  VARUN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943600" cy="5943600"/>
          </a:xfrm>
          <a:prstGeom prst="ellipse">
            <a:avLst/>
          </a:prstGeom>
          <a:solidFill>
            <a:srgbClr val="1C2D7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3840480" cy="3840480"/>
          </a:xfrm>
          <a:prstGeom prst="ellipse">
            <a:avLst/>
          </a:prstGeom>
          <a:solidFill>
            <a:srgbClr val="1C2D72">
              <a:alpha val="85000"/>
            </a:srgbClr>
          </a:solidFill>
          <a:ln/>
        </p:spPr>
      </p:sp>
      <p:pic>
        <p:nvPicPr>
          <p:cNvPr id="4" name="Image 0" descr="/home/claude/wor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051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Technology, DAM &amp; RAG Internship  |  Nine Triangles Digital Pvt. Ltd.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90008" y="3840480"/>
            <a:ext cx="2011680" cy="0"/>
          </a:xfrm>
          <a:prstGeom prst="line">
            <a:avLst/>
          </a:prstGeom>
          <a:noFill/>
          <a:ln w="31750">
            <a:solidFill>
              <a:srgbClr val="E5A2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2410031423  |  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2026-09-10T10:18:30Z</dcterms:created>
  <dcterms:modified xsi:type="dcterms:W3CDTF">2026-09-10T10:18:30Z</dcterms:modified>
</cp:coreProperties>
</file>